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9" r:id="rId5"/>
    <p:sldId id="270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394A"/>
    <a:srgbClr val="F8F6F2"/>
    <a:srgbClr val="F9FB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 autoAdjust="0"/>
    <p:restoredTop sz="94529" autoAdjust="0"/>
  </p:normalViewPr>
  <p:slideViewPr>
    <p:cSldViewPr>
      <p:cViewPr>
        <p:scale>
          <a:sx n="78" d="100"/>
          <a:sy n="78" d="100"/>
        </p:scale>
        <p:origin x="760" y="4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83B62CE7-F1B8-C2E2-8F37-4D3A56DC9F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342" t="84454" r="63126" b="12185"/>
          <a:stretch>
            <a:fillRect/>
          </a:stretch>
        </p:blipFill>
        <p:spPr>
          <a:xfrm>
            <a:off x="1193800" y="7391400"/>
            <a:ext cx="4800600" cy="304800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AD583856-7E49-200A-F935-2C35BF5B06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217" t="84454" r="63126" b="12185"/>
          <a:stretch>
            <a:fillRect/>
          </a:stretch>
        </p:blipFill>
        <p:spPr>
          <a:xfrm>
            <a:off x="1193800" y="7696200"/>
            <a:ext cx="2057400" cy="304800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D0A660E1-1C16-9BB9-CEAD-419F94D60A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217" t="84454" r="63126" b="12185"/>
          <a:stretch>
            <a:fillRect/>
          </a:stretch>
        </p:blipFill>
        <p:spPr>
          <a:xfrm>
            <a:off x="2870200" y="7696200"/>
            <a:ext cx="20574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E7BE79AB-8E12-CDA7-FC73-2A57B8011A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00" y="1600200"/>
            <a:ext cx="8534400" cy="66437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78303-6EAC-4CF0-6993-D74BAA169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13826BD-6E50-536B-BF12-F948D844E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40A5371D-E994-7EB1-274B-08D7E30593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1600200"/>
            <a:ext cx="10932691" cy="693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574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F9FBF5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7F56E8-C3FC-FD6F-D888-B2D14484A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FDAFB79A-E201-96F9-F2CE-780F7212E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7E166FC1-C6FD-975F-033A-E4AAF898C68E}"/>
              </a:ext>
            </a:extLst>
          </p:cNvPr>
          <p:cNvSpPr/>
          <p:nvPr/>
        </p:nvSpPr>
        <p:spPr>
          <a:xfrm>
            <a:off x="584199" y="445010"/>
            <a:ext cx="15087600" cy="8013190"/>
          </a:xfrm>
          <a:prstGeom prst="rect">
            <a:avLst/>
          </a:prstGeom>
          <a:solidFill>
            <a:srgbClr val="F8F6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E52C358-43C5-A80D-A47D-D9E29070B1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59" b="4219"/>
          <a:stretch>
            <a:fillRect/>
          </a:stretch>
        </p:blipFill>
        <p:spPr>
          <a:xfrm>
            <a:off x="7747000" y="1828801"/>
            <a:ext cx="7772400" cy="59436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12C1275-2C40-7D33-6948-96DAA55CF553}"/>
              </a:ext>
            </a:extLst>
          </p:cNvPr>
          <p:cNvSpPr txBox="1"/>
          <p:nvPr/>
        </p:nvSpPr>
        <p:spPr>
          <a:xfrm>
            <a:off x="736600" y="3294726"/>
            <a:ext cx="6901313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3200" b="1" dirty="0"/>
              <a:t>Beneficios obtenidos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3200" dirty="0"/>
              <a:t>Baja dependencia entre componentes.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3200" dirty="0"/>
              <a:t>Escalabilidad por servicio.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3200" dirty="0"/>
              <a:t>Despliegues independientes.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3200" dirty="0"/>
              <a:t>Mayor mantenibilidad del sistema.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572410A-2D84-77A9-B89A-3430C67FFF3C}"/>
              </a:ext>
            </a:extLst>
          </p:cNvPr>
          <p:cNvSpPr txBox="1"/>
          <p:nvPr/>
        </p:nvSpPr>
        <p:spPr>
          <a:xfrm>
            <a:off x="3330436" y="798002"/>
            <a:ext cx="959512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dirty="0">
                <a:solidFill>
                  <a:srgbClr val="2339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Diagrama C3: Diagrama de Componentes</a:t>
            </a:r>
          </a:p>
        </p:txBody>
      </p:sp>
    </p:spTree>
    <p:extLst>
      <p:ext uri="{BB962C8B-B14F-4D97-AF65-F5344CB8AC3E}">
        <p14:creationId xmlns:p14="http://schemas.microsoft.com/office/powerpoint/2010/main" val="2602477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25</Words>
  <Application>Microsoft Macintosh PowerPoint</Application>
  <PresentationFormat>Personalizado</PresentationFormat>
  <Paragraphs>6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Sebastian Carrera Ortiz</cp:lastModifiedBy>
  <cp:revision>2</cp:revision>
  <dcterms:created xsi:type="dcterms:W3CDTF">2006-08-16T00:00:00Z</dcterms:created>
  <dcterms:modified xsi:type="dcterms:W3CDTF">2026-07-14T03:30:06Z</dcterms:modified>
</cp:coreProperties>
</file>